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5113000" cy="10693400"/>
  <p:notesSz cx="6858000" cy="9144000"/>
  <p:embeddedFontLst>
    <p:embeddedFont>
      <p:font typeface="Tajawal" panose="020B0604020202020204" charset="-78"/>
      <p:bold r:id="rId4"/>
    </p:embeddedFont>
    <p:embeddedFont>
      <p:font typeface="Tajawal Medium" panose="00000600000000000000" charset="-78"/>
      <p:regular r:id="rId5"/>
      <p:bold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261359-02ED-7BDE-68BF-94E8D2D96F65}" v="7" dt="2025-10-07T06:24:54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EG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5930527" y="623225"/>
            <a:ext cx="3214718" cy="1339284"/>
            <a:chOff x="0" y="0"/>
            <a:chExt cx="3647700" cy="1570087"/>
          </a:xfrm>
        </p:grpSpPr>
        <p:sp>
          <p:nvSpPr>
            <p:cNvPr id="85" name="Google Shape;85;p13"/>
            <p:cNvSpPr txBox="1"/>
            <p:nvPr/>
          </p:nvSpPr>
          <p:spPr>
            <a:xfrm>
              <a:off x="0" y="760687"/>
              <a:ext cx="3647700" cy="80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6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EG" sz="2105" b="0" i="0" u="none" strike="noStrike" cap="none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Google Developer Groups</a:t>
              </a:r>
              <a:endParaRPr sz="1645"/>
            </a:p>
            <a:p>
              <a:pPr marL="0" marR="0" lvl="0" indent="0" algn="ctr" rtl="0">
                <a:lnSpc>
                  <a:spcPct val="1460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EG" sz="1410" b="0" i="0" u="none" strike="noStrike" cap="none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On Campus Qassim </a:t>
              </a:r>
              <a:endParaRPr sz="1645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1072419" y="0"/>
              <a:ext cx="1502853" cy="705691"/>
            </a:xfrm>
            <a:custGeom>
              <a:avLst/>
              <a:gdLst/>
              <a:ahLst/>
              <a:cxnLst/>
              <a:rect l="l" t="t" r="r" b="b"/>
              <a:pathLst>
                <a:path w="1502853" h="705691" extrusionOk="0">
                  <a:moveTo>
                    <a:pt x="0" y="0"/>
                  </a:moveTo>
                  <a:lnTo>
                    <a:pt x="1502853" y="0"/>
                  </a:lnTo>
                  <a:lnTo>
                    <a:pt x="1502853" y="705691"/>
                  </a:lnTo>
                  <a:lnTo>
                    <a:pt x="0" y="7056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17900" t="-94125" r="-17004" b="-93148"/>
              </a:stretch>
            </a:blipFill>
            <a:ln>
              <a:noFill/>
            </a:ln>
          </p:spPr>
        </p:sp>
      </p:grpSp>
      <p:cxnSp>
        <p:nvCxnSpPr>
          <p:cNvPr id="87" name="Google Shape;87;p13"/>
          <p:cNvCxnSpPr/>
          <p:nvPr/>
        </p:nvCxnSpPr>
        <p:spPr>
          <a:xfrm>
            <a:off x="3584439" y="2980470"/>
            <a:ext cx="8499535" cy="9549"/>
          </a:xfrm>
          <a:prstGeom prst="straightConnector1">
            <a:avLst/>
          </a:prstGeom>
          <a:noFill/>
          <a:ln w="390525" cap="rnd" cmpd="sng">
            <a:solidFill>
              <a:srgbClr val="F9AB00">
                <a:alpha val="3686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13"/>
          <p:cNvSpPr txBox="1"/>
          <p:nvPr/>
        </p:nvSpPr>
        <p:spPr>
          <a:xfrm>
            <a:off x="3072179" y="1820569"/>
            <a:ext cx="9530100" cy="11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sz="7282" b="1" i="0" u="none" strike="noStrike" cap="none">
                <a:solidFill>
                  <a:srgbClr val="34A853"/>
                </a:solidFill>
                <a:latin typeface="Tajawal"/>
                <a:ea typeface="Tajawal"/>
                <a:cs typeface="Tajawal"/>
                <a:sym typeface="Tajawal"/>
                <a:rtl/>
              </a:rPr>
              <a:t>شهادة </a:t>
            </a:r>
            <a:r>
              <a:rPr lang="ar-EG" sz="7282" b="1">
                <a:solidFill>
                  <a:srgbClr val="34A853"/>
                </a:solidFill>
                <a:latin typeface="Tajawal"/>
                <a:ea typeface="Tajawal"/>
                <a:cs typeface="Tajawal"/>
                <a:sym typeface="Tajawal"/>
                <a:rtl/>
              </a:rPr>
              <a:t>حضور</a:t>
            </a:r>
            <a:r>
              <a:rPr lang="ar-EG" sz="7282" b="1" i="0" u="none" strike="noStrike" cap="none">
                <a:solidFill>
                  <a:srgbClr val="34A853"/>
                </a:solidFill>
                <a:latin typeface="Tajawal"/>
                <a:ea typeface="Tajawal"/>
                <a:cs typeface="Tajawal"/>
                <a:sym typeface="Tajawal"/>
                <a:rtl/>
              </a:rPr>
              <a:t> 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899023" y="4230719"/>
            <a:ext cx="96435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3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444" b="1" i="0" u="none" strike="noStrike" cap="none">
                <a:solidFill>
                  <a:srgbClr val="4586F2"/>
                </a:solidFill>
                <a:latin typeface="Tajawal Medium"/>
                <a:ea typeface="Tajawal Medium"/>
                <a:cs typeface="Tajawal Medium"/>
                <a:sym typeface="Tajawal Medium"/>
                <a:rtl/>
              </a:rPr>
              <a:t>تشهد مجموعة قوقل للطلبة المطورين بأن الطالب</a:t>
            </a:r>
            <a:r>
              <a:rPr lang="ar-EG" sz="2444" b="1">
                <a:solidFill>
                  <a:srgbClr val="4586F2"/>
                </a:solidFill>
                <a:latin typeface="Tajawal Medium"/>
                <a:ea typeface="Tajawal Medium"/>
                <a:cs typeface="Tajawal Medium"/>
                <a:sym typeface="Tajawal Medium"/>
                <a:rtl/>
              </a:rPr>
              <a:t>/ة</a:t>
            </a:r>
            <a:r>
              <a:rPr lang="ar-EG" sz="2444" b="1" i="0" u="none" strike="noStrike" cap="none">
                <a:solidFill>
                  <a:srgbClr val="4586F2"/>
                </a:solidFill>
                <a:latin typeface="Tajawal Medium"/>
                <a:ea typeface="Tajawal Medium"/>
                <a:cs typeface="Tajawal Medium"/>
                <a:sym typeface="Tajawal Medium"/>
                <a:rtl/>
              </a:rPr>
              <a:t> :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286600" y="5568250"/>
            <a:ext cx="74256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sz="3296" b="1">
                <a:solidFill>
                  <a:srgbClr val="E74437"/>
                </a:solidFill>
                <a:latin typeface="Tajawal"/>
                <a:ea typeface="Tajawal"/>
                <a:cs typeface="Tajawal"/>
                <a:sym typeface="Tajawal"/>
              </a:rPr>
              <a:t>&lt;&lt;name&gt;&gt;</a:t>
            </a:r>
            <a:endParaRPr sz="100"/>
          </a:p>
        </p:txBody>
      </p:sp>
      <p:sp>
        <p:nvSpPr>
          <p:cNvPr id="91" name="Google Shape;91;p13"/>
          <p:cNvSpPr txBox="1"/>
          <p:nvPr/>
        </p:nvSpPr>
        <p:spPr>
          <a:xfrm>
            <a:off x="3257150" y="7243950"/>
            <a:ext cx="9484500" cy="9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839" b="1" i="0" u="none" strike="noStrike" cap="none">
                <a:solidFill>
                  <a:srgbClr val="34A853"/>
                </a:solidFill>
                <a:latin typeface="Tajawal Medium"/>
                <a:ea typeface="Tajawal Medium"/>
                <a:cs typeface="Tajawal Medium"/>
                <a:sym typeface="Tajawal Medium"/>
                <a:rtl/>
              </a:rPr>
              <a:t>قد </a:t>
            </a:r>
            <a:r>
              <a:rPr lang="ar-EG" sz="2839" b="1">
                <a:solidFill>
                  <a:srgbClr val="34A853"/>
                </a:solidFill>
                <a:latin typeface="Tajawal Medium"/>
                <a:ea typeface="Tajawal Medium"/>
                <a:cs typeface="Tajawal Medium"/>
                <a:sym typeface="Tajawal Medium"/>
                <a:rtl/>
              </a:rPr>
              <a:t>حضر/ت &lt;&lt;event_name&gt;&gt;</a:t>
            </a:r>
            <a:endParaRPr sz="2839" b="1" i="0" u="none" strike="noStrike" cap="none">
              <a:solidFill>
                <a:srgbClr val="34A853"/>
              </a:solidFill>
              <a:latin typeface="Tajawal Medium"/>
              <a:ea typeface="Tajawal Medium"/>
              <a:cs typeface="Tajawal Medium"/>
              <a:sym typeface="Tajawal Medium"/>
              <a:rtl/>
            </a:endParaRPr>
          </a:p>
          <a:p>
            <a:pPr marL="0" marR="0" lvl="0" indent="0" algn="ctr" rtl="1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439" i="0" u="none" strike="noStrike" cap="none">
                <a:solidFill>
                  <a:srgbClr val="34A853"/>
                </a:solidFill>
                <a:latin typeface="Tajawal"/>
                <a:ea typeface="Tajawal"/>
                <a:cs typeface="Tajawal"/>
                <a:sym typeface="Tajawal"/>
                <a:rtl/>
              </a:rPr>
              <a:t>نتم</a:t>
            </a:r>
            <a:r>
              <a:rPr lang="ar-EG" sz="2439">
                <a:solidFill>
                  <a:srgbClr val="34A853"/>
                </a:solidFill>
                <a:latin typeface="Tajawal"/>
                <a:ea typeface="Tajawal"/>
                <a:cs typeface="Tajawal"/>
                <a:sym typeface="Tajawal"/>
                <a:rtl/>
              </a:rPr>
              <a:t>نى</a:t>
            </a:r>
            <a:r>
              <a:rPr lang="ar-EG" sz="2439" i="0" u="none" strike="noStrike" cap="none">
                <a:solidFill>
                  <a:srgbClr val="34A853"/>
                </a:solidFill>
                <a:latin typeface="Tajawal"/>
                <a:ea typeface="Tajawal"/>
                <a:cs typeface="Tajawal"/>
                <a:sym typeface="Tajawal"/>
                <a:rtl/>
              </a:rPr>
              <a:t> دوام التوفيق والنجاح في مسيرته</a:t>
            </a:r>
            <a:r>
              <a:rPr lang="ar-EG" sz="2439">
                <a:solidFill>
                  <a:srgbClr val="34A853"/>
                </a:solidFill>
                <a:latin typeface="Tajawal"/>
                <a:ea typeface="Tajawal"/>
                <a:cs typeface="Tajawal"/>
                <a:sym typeface="Tajawal"/>
                <a:rtl/>
              </a:rPr>
              <a:t>م</a:t>
            </a:r>
            <a:r>
              <a:rPr lang="ar-EG" sz="2439" i="0" u="none" strike="noStrike" cap="none">
                <a:solidFill>
                  <a:srgbClr val="34A853"/>
                </a:solidFill>
                <a:latin typeface="Tajawal"/>
                <a:ea typeface="Tajawal"/>
                <a:cs typeface="Tajawal"/>
                <a:sym typeface="Tajawal"/>
                <a:rtl/>
              </a:rPr>
              <a:t> المهنية.</a:t>
            </a:r>
            <a:endParaRPr/>
          </a:p>
        </p:txBody>
      </p:sp>
      <p:grpSp>
        <p:nvGrpSpPr>
          <p:cNvPr id="92" name="Google Shape;92;p13"/>
          <p:cNvGrpSpPr/>
          <p:nvPr/>
        </p:nvGrpSpPr>
        <p:grpSpPr>
          <a:xfrm rot="2354477">
            <a:off x="-4928332" y="-2695651"/>
            <a:ext cx="6309539" cy="8007983"/>
            <a:chOff x="0" y="-76200"/>
            <a:chExt cx="1598826" cy="2029209"/>
          </a:xfrm>
        </p:grpSpPr>
        <p:sp>
          <p:nvSpPr>
            <p:cNvPr id="93" name="Google Shape;93;p13"/>
            <p:cNvSpPr/>
            <p:nvPr/>
          </p:nvSpPr>
          <p:spPr>
            <a:xfrm>
              <a:off x="0" y="0"/>
              <a:ext cx="1598826" cy="1953009"/>
            </a:xfrm>
            <a:custGeom>
              <a:avLst/>
              <a:gdLst/>
              <a:ahLst/>
              <a:cxnLst/>
              <a:rect l="l" t="t" r="r" b="b"/>
              <a:pathLst>
                <a:path w="1598826" h="1953009" extrusionOk="0">
                  <a:moveTo>
                    <a:pt x="122702" y="0"/>
                  </a:moveTo>
                  <a:lnTo>
                    <a:pt x="1476124" y="0"/>
                  </a:lnTo>
                  <a:cubicBezTo>
                    <a:pt x="1508666" y="0"/>
                    <a:pt x="1539876" y="12927"/>
                    <a:pt x="1562887" y="35939"/>
                  </a:cubicBezTo>
                  <a:cubicBezTo>
                    <a:pt x="1585898" y="58950"/>
                    <a:pt x="1598826" y="90159"/>
                    <a:pt x="1598826" y="122702"/>
                  </a:cubicBezTo>
                  <a:lnTo>
                    <a:pt x="1598826" y="1830307"/>
                  </a:lnTo>
                  <a:cubicBezTo>
                    <a:pt x="1598826" y="1898073"/>
                    <a:pt x="1543890" y="1953009"/>
                    <a:pt x="1476124" y="1953009"/>
                  </a:cubicBezTo>
                  <a:lnTo>
                    <a:pt x="122702" y="1953009"/>
                  </a:lnTo>
                  <a:cubicBezTo>
                    <a:pt x="90159" y="1953009"/>
                    <a:pt x="58950" y="1940081"/>
                    <a:pt x="35939" y="1917070"/>
                  </a:cubicBezTo>
                  <a:cubicBezTo>
                    <a:pt x="12927" y="1894059"/>
                    <a:pt x="0" y="1862849"/>
                    <a:pt x="0" y="1830307"/>
                  </a:cubicBezTo>
                  <a:lnTo>
                    <a:pt x="0" y="122702"/>
                  </a:lnTo>
                  <a:cubicBezTo>
                    <a:pt x="0" y="90159"/>
                    <a:pt x="12927" y="58950"/>
                    <a:pt x="35939" y="35939"/>
                  </a:cubicBezTo>
                  <a:cubicBezTo>
                    <a:pt x="58950" y="12927"/>
                    <a:pt x="90159" y="0"/>
                    <a:pt x="122702" y="0"/>
                  </a:cubicBezTo>
                  <a:close/>
                </a:path>
              </a:pathLst>
            </a:custGeom>
            <a:solidFill>
              <a:srgbClr val="F7BC10">
                <a:alpha val="5490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 txBox="1"/>
            <p:nvPr/>
          </p:nvSpPr>
          <p:spPr>
            <a:xfrm>
              <a:off x="0" y="-76200"/>
              <a:ext cx="1598826" cy="20292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 rot="2354477">
            <a:off x="-5323240" y="385609"/>
            <a:ext cx="6309539" cy="9256532"/>
            <a:chOff x="0" y="-76200"/>
            <a:chExt cx="1598826" cy="2345588"/>
          </a:xfrm>
        </p:grpSpPr>
        <p:sp>
          <p:nvSpPr>
            <p:cNvPr id="96" name="Google Shape;96;p13"/>
            <p:cNvSpPr/>
            <p:nvPr/>
          </p:nvSpPr>
          <p:spPr>
            <a:xfrm>
              <a:off x="0" y="0"/>
              <a:ext cx="1598826" cy="2269388"/>
            </a:xfrm>
            <a:custGeom>
              <a:avLst/>
              <a:gdLst/>
              <a:ahLst/>
              <a:cxnLst/>
              <a:rect l="l" t="t" r="r" b="b"/>
              <a:pathLst>
                <a:path w="1598826" h="2269388" extrusionOk="0">
                  <a:moveTo>
                    <a:pt x="122702" y="0"/>
                  </a:moveTo>
                  <a:lnTo>
                    <a:pt x="1476124" y="0"/>
                  </a:lnTo>
                  <a:cubicBezTo>
                    <a:pt x="1508666" y="0"/>
                    <a:pt x="1539876" y="12927"/>
                    <a:pt x="1562887" y="35939"/>
                  </a:cubicBezTo>
                  <a:cubicBezTo>
                    <a:pt x="1585898" y="58950"/>
                    <a:pt x="1598826" y="90159"/>
                    <a:pt x="1598826" y="122702"/>
                  </a:cubicBezTo>
                  <a:lnTo>
                    <a:pt x="1598826" y="2146686"/>
                  </a:lnTo>
                  <a:cubicBezTo>
                    <a:pt x="1598826" y="2214453"/>
                    <a:pt x="1543890" y="2269388"/>
                    <a:pt x="1476124" y="2269388"/>
                  </a:cubicBezTo>
                  <a:lnTo>
                    <a:pt x="122702" y="2269388"/>
                  </a:lnTo>
                  <a:cubicBezTo>
                    <a:pt x="90159" y="2269388"/>
                    <a:pt x="58950" y="2256461"/>
                    <a:pt x="35939" y="2233450"/>
                  </a:cubicBezTo>
                  <a:cubicBezTo>
                    <a:pt x="12927" y="2210439"/>
                    <a:pt x="0" y="2179229"/>
                    <a:pt x="0" y="2146686"/>
                  </a:cubicBezTo>
                  <a:lnTo>
                    <a:pt x="0" y="122702"/>
                  </a:lnTo>
                  <a:cubicBezTo>
                    <a:pt x="0" y="90159"/>
                    <a:pt x="12927" y="58950"/>
                    <a:pt x="35939" y="35939"/>
                  </a:cubicBezTo>
                  <a:cubicBezTo>
                    <a:pt x="58950" y="12927"/>
                    <a:pt x="90159" y="0"/>
                    <a:pt x="122702" y="0"/>
                  </a:cubicBezTo>
                  <a:close/>
                </a:path>
              </a:pathLst>
            </a:custGeom>
            <a:solidFill>
              <a:srgbClr val="E74437">
                <a:alpha val="5490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/>
            <p:cNvSpPr txBox="1"/>
            <p:nvPr/>
          </p:nvSpPr>
          <p:spPr>
            <a:xfrm>
              <a:off x="0" y="-76200"/>
              <a:ext cx="1598826" cy="23455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3"/>
          <p:cNvGrpSpPr/>
          <p:nvPr/>
        </p:nvGrpSpPr>
        <p:grpSpPr>
          <a:xfrm rot="2354477">
            <a:off x="-4737852" y="3651250"/>
            <a:ext cx="6309539" cy="7405762"/>
            <a:chOff x="0" y="-76200"/>
            <a:chExt cx="1598826" cy="1876606"/>
          </a:xfrm>
        </p:grpSpPr>
        <p:sp>
          <p:nvSpPr>
            <p:cNvPr id="99" name="Google Shape;99;p13"/>
            <p:cNvSpPr/>
            <p:nvPr/>
          </p:nvSpPr>
          <p:spPr>
            <a:xfrm>
              <a:off x="0" y="0"/>
              <a:ext cx="1598826" cy="1800406"/>
            </a:xfrm>
            <a:custGeom>
              <a:avLst/>
              <a:gdLst/>
              <a:ahLst/>
              <a:cxnLst/>
              <a:rect l="l" t="t" r="r" b="b"/>
              <a:pathLst>
                <a:path w="1598826" h="1800406" extrusionOk="0">
                  <a:moveTo>
                    <a:pt x="122702" y="0"/>
                  </a:moveTo>
                  <a:lnTo>
                    <a:pt x="1476124" y="0"/>
                  </a:lnTo>
                  <a:cubicBezTo>
                    <a:pt x="1508666" y="0"/>
                    <a:pt x="1539876" y="12927"/>
                    <a:pt x="1562887" y="35939"/>
                  </a:cubicBezTo>
                  <a:cubicBezTo>
                    <a:pt x="1585898" y="58950"/>
                    <a:pt x="1598826" y="90159"/>
                    <a:pt x="1598826" y="122702"/>
                  </a:cubicBezTo>
                  <a:lnTo>
                    <a:pt x="1598826" y="1677705"/>
                  </a:lnTo>
                  <a:cubicBezTo>
                    <a:pt x="1598826" y="1710247"/>
                    <a:pt x="1585898" y="1741457"/>
                    <a:pt x="1562887" y="1764468"/>
                  </a:cubicBezTo>
                  <a:cubicBezTo>
                    <a:pt x="1539876" y="1787479"/>
                    <a:pt x="1508666" y="1800406"/>
                    <a:pt x="1476124" y="1800406"/>
                  </a:cubicBezTo>
                  <a:lnTo>
                    <a:pt x="122702" y="1800406"/>
                  </a:lnTo>
                  <a:cubicBezTo>
                    <a:pt x="54935" y="1800406"/>
                    <a:pt x="0" y="1745471"/>
                    <a:pt x="0" y="1677705"/>
                  </a:cubicBezTo>
                  <a:lnTo>
                    <a:pt x="0" y="122702"/>
                  </a:lnTo>
                  <a:cubicBezTo>
                    <a:pt x="0" y="90159"/>
                    <a:pt x="12927" y="58950"/>
                    <a:pt x="35939" y="35939"/>
                  </a:cubicBezTo>
                  <a:cubicBezTo>
                    <a:pt x="58950" y="12927"/>
                    <a:pt x="90159" y="0"/>
                    <a:pt x="122702" y="0"/>
                  </a:cubicBezTo>
                  <a:close/>
                </a:path>
              </a:pathLst>
            </a:custGeom>
            <a:solidFill>
              <a:srgbClr val="0057E6">
                <a:alpha val="5490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 txBox="1"/>
            <p:nvPr/>
          </p:nvSpPr>
          <p:spPr>
            <a:xfrm>
              <a:off x="0" y="-76200"/>
              <a:ext cx="1598826" cy="1876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3"/>
          <p:cNvGrpSpPr/>
          <p:nvPr/>
        </p:nvGrpSpPr>
        <p:grpSpPr>
          <a:xfrm>
            <a:off x="13418892" y="-1080938"/>
            <a:ext cx="794713" cy="5734319"/>
            <a:chOff x="0" y="-38100"/>
            <a:chExt cx="551682" cy="3980707"/>
          </a:xfrm>
        </p:grpSpPr>
        <p:sp>
          <p:nvSpPr>
            <p:cNvPr id="102" name="Google Shape;102;p13"/>
            <p:cNvSpPr/>
            <p:nvPr/>
          </p:nvSpPr>
          <p:spPr>
            <a:xfrm>
              <a:off x="0" y="0"/>
              <a:ext cx="551682" cy="3942607"/>
            </a:xfrm>
            <a:custGeom>
              <a:avLst/>
              <a:gdLst/>
              <a:ahLst/>
              <a:cxnLst/>
              <a:rect l="l" t="t" r="r" b="b"/>
              <a:pathLst>
                <a:path w="551682" h="3942607" extrusionOk="0">
                  <a:moveTo>
                    <a:pt x="551682" y="0"/>
                  </a:moveTo>
                  <a:lnTo>
                    <a:pt x="551682" y="3942607"/>
                  </a:lnTo>
                  <a:lnTo>
                    <a:pt x="275841" y="3815607"/>
                  </a:lnTo>
                  <a:lnTo>
                    <a:pt x="0" y="3942607"/>
                  </a:lnTo>
                  <a:lnTo>
                    <a:pt x="0" y="0"/>
                  </a:lnTo>
                  <a:lnTo>
                    <a:pt x="551682" y="0"/>
                  </a:lnTo>
                  <a:close/>
                </a:path>
              </a:pathLst>
            </a:custGeom>
            <a:solidFill>
              <a:srgbClr val="F7BC10"/>
            </a:solidFill>
            <a:ln>
              <a:noFill/>
            </a:ln>
          </p:spPr>
        </p:sp>
        <p:sp>
          <p:nvSpPr>
            <p:cNvPr id="103" name="Google Shape;103;p13"/>
            <p:cNvSpPr txBox="1"/>
            <p:nvPr/>
          </p:nvSpPr>
          <p:spPr>
            <a:xfrm>
              <a:off x="0" y="-38100"/>
              <a:ext cx="551682" cy="38537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500" tIns="53500" rIns="53500" bIns="53500" anchor="ctr" anchorCtr="0">
              <a:noAutofit/>
            </a:bodyPr>
            <a:lstStyle/>
            <a:p>
              <a:pPr marL="0" marR="0" lvl="0" indent="0" algn="ctr" rtl="0">
                <a:lnSpc>
                  <a:spcPct val="93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13"/>
          <p:cNvGrpSpPr/>
          <p:nvPr/>
        </p:nvGrpSpPr>
        <p:grpSpPr>
          <a:xfrm>
            <a:off x="13004848" y="2373881"/>
            <a:ext cx="1622800" cy="1622800"/>
            <a:chOff x="0" y="0"/>
            <a:chExt cx="2163734" cy="2163734"/>
          </a:xfrm>
        </p:grpSpPr>
        <p:sp>
          <p:nvSpPr>
            <p:cNvPr id="105" name="Google Shape;105;p13"/>
            <p:cNvSpPr/>
            <p:nvPr/>
          </p:nvSpPr>
          <p:spPr>
            <a:xfrm>
              <a:off x="0" y="0"/>
              <a:ext cx="2163734" cy="2163734"/>
            </a:xfrm>
            <a:custGeom>
              <a:avLst/>
              <a:gdLst/>
              <a:ahLst/>
              <a:cxnLst/>
              <a:rect l="l" t="t" r="r" b="b"/>
              <a:pathLst>
                <a:path w="2163734" h="2163734" extrusionOk="0">
                  <a:moveTo>
                    <a:pt x="0" y="0"/>
                  </a:moveTo>
                  <a:lnTo>
                    <a:pt x="2163734" y="0"/>
                  </a:lnTo>
                  <a:lnTo>
                    <a:pt x="2163734" y="2163734"/>
                  </a:lnTo>
                  <a:lnTo>
                    <a:pt x="0" y="216373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06" name="Google Shape;106;p13"/>
            <p:cNvSpPr/>
            <p:nvPr/>
          </p:nvSpPr>
          <p:spPr>
            <a:xfrm>
              <a:off x="399740" y="764601"/>
              <a:ext cx="1364253" cy="634532"/>
            </a:xfrm>
            <a:custGeom>
              <a:avLst/>
              <a:gdLst/>
              <a:ahLst/>
              <a:cxnLst/>
              <a:rect l="l" t="t" r="r" b="b"/>
              <a:pathLst>
                <a:path w="1364253" h="634532" extrusionOk="0">
                  <a:moveTo>
                    <a:pt x="0" y="0"/>
                  </a:moveTo>
                  <a:lnTo>
                    <a:pt x="1364254" y="0"/>
                  </a:lnTo>
                  <a:lnTo>
                    <a:pt x="1364254" y="634532"/>
                  </a:lnTo>
                  <a:lnTo>
                    <a:pt x="0" y="63453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89111" r="-88789" b="-157924"/>
              </a:stretch>
            </a:blipFill>
            <a:ln>
              <a:noFill/>
            </a:ln>
          </p:spPr>
        </p:sp>
      </p:grpSp>
      <p:grpSp>
        <p:nvGrpSpPr>
          <p:cNvPr id="107" name="Google Shape;107;p13"/>
          <p:cNvGrpSpPr/>
          <p:nvPr/>
        </p:nvGrpSpPr>
        <p:grpSpPr>
          <a:xfrm rot="2354477">
            <a:off x="-3997199" y="7272279"/>
            <a:ext cx="6309539" cy="5064103"/>
            <a:chOff x="0" y="-76200"/>
            <a:chExt cx="1598826" cy="1283234"/>
          </a:xfrm>
        </p:grpSpPr>
        <p:sp>
          <p:nvSpPr>
            <p:cNvPr id="108" name="Google Shape;108;p13"/>
            <p:cNvSpPr/>
            <p:nvPr/>
          </p:nvSpPr>
          <p:spPr>
            <a:xfrm>
              <a:off x="0" y="0"/>
              <a:ext cx="1598826" cy="1207034"/>
            </a:xfrm>
            <a:custGeom>
              <a:avLst/>
              <a:gdLst/>
              <a:ahLst/>
              <a:cxnLst/>
              <a:rect l="l" t="t" r="r" b="b"/>
              <a:pathLst>
                <a:path w="1598826" h="1207034" extrusionOk="0">
                  <a:moveTo>
                    <a:pt x="122702" y="0"/>
                  </a:moveTo>
                  <a:lnTo>
                    <a:pt x="1476124" y="0"/>
                  </a:lnTo>
                  <a:cubicBezTo>
                    <a:pt x="1508666" y="0"/>
                    <a:pt x="1539876" y="12927"/>
                    <a:pt x="1562887" y="35939"/>
                  </a:cubicBezTo>
                  <a:cubicBezTo>
                    <a:pt x="1585898" y="58950"/>
                    <a:pt x="1598826" y="90159"/>
                    <a:pt x="1598826" y="122702"/>
                  </a:cubicBezTo>
                  <a:lnTo>
                    <a:pt x="1598826" y="1084333"/>
                  </a:lnTo>
                  <a:cubicBezTo>
                    <a:pt x="1598826" y="1152099"/>
                    <a:pt x="1543890" y="1207034"/>
                    <a:pt x="1476124" y="1207034"/>
                  </a:cubicBezTo>
                  <a:lnTo>
                    <a:pt x="122702" y="1207034"/>
                  </a:lnTo>
                  <a:cubicBezTo>
                    <a:pt x="90159" y="1207034"/>
                    <a:pt x="58950" y="1194107"/>
                    <a:pt x="35939" y="1171096"/>
                  </a:cubicBezTo>
                  <a:cubicBezTo>
                    <a:pt x="12927" y="1148085"/>
                    <a:pt x="0" y="1116875"/>
                    <a:pt x="0" y="1084333"/>
                  </a:cubicBezTo>
                  <a:lnTo>
                    <a:pt x="0" y="122702"/>
                  </a:lnTo>
                  <a:cubicBezTo>
                    <a:pt x="0" y="90159"/>
                    <a:pt x="12927" y="58950"/>
                    <a:pt x="35939" y="35939"/>
                  </a:cubicBezTo>
                  <a:cubicBezTo>
                    <a:pt x="58950" y="12927"/>
                    <a:pt x="90159" y="0"/>
                    <a:pt x="122702" y="0"/>
                  </a:cubicBezTo>
                  <a:close/>
                </a:path>
              </a:pathLst>
            </a:custGeom>
            <a:solidFill>
              <a:srgbClr val="34A853">
                <a:alpha val="5490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 txBox="1"/>
            <p:nvPr/>
          </p:nvSpPr>
          <p:spPr>
            <a:xfrm>
              <a:off x="0" y="-76200"/>
              <a:ext cx="1598826" cy="12832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</cp:revision>
  <dcterms:modified xsi:type="dcterms:W3CDTF">2025-10-07T06:25:00Z</dcterms:modified>
</cp:coreProperties>
</file>