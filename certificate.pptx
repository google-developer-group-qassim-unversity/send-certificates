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5113000" cy="10693400"/>
  <p:notesSz cx="6858000" cy="9144000"/>
  <p:embeddedFontLst>
    <p:embeddedFont>
      <p:font typeface="Tajawal" panose="020B0604020202020204" charset="-78"/>
      <p:bold r:id="rId4"/>
    </p:embeddedFont>
    <p:embeddedFont>
      <p:font typeface="Tajawal Medium" panose="00000600000000000000" charset="-78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155C31-A42E-44AA-BB88-85457758A5B0}" v="1" dt="2025-09-29T18:59:57.4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microsoft.com/office/2015/10/relationships/revisionInfo" Target="revisionInfo.xml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6475" y="685800"/>
            <a:ext cx="48450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EG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2964640" y="493300"/>
            <a:ext cx="3214718" cy="1339284"/>
            <a:chOff x="0" y="0"/>
            <a:chExt cx="3647700" cy="1570087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0" y="760687"/>
              <a:ext cx="3647700" cy="809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4603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ar-EG" sz="2105" b="0" i="0" u="none" strike="noStrike" cap="none">
                  <a:solidFill>
                    <a:srgbClr val="5F6368"/>
                  </a:solidFill>
                  <a:latin typeface="Arial"/>
                  <a:ea typeface="Arial"/>
                  <a:cs typeface="Arial"/>
                  <a:sym typeface="Arial"/>
                </a:rPr>
                <a:t>Google Developer Groups</a:t>
              </a:r>
              <a:endParaRPr sz="1645"/>
            </a:p>
            <a:p>
              <a:pPr marL="0" marR="0" lvl="0" indent="0" algn="ctr" rtl="0">
                <a:lnSpc>
                  <a:spcPct val="1460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ar-EG" sz="1410" b="0" i="0" u="none" strike="noStrike" cap="none">
                  <a:solidFill>
                    <a:srgbClr val="5F6368"/>
                  </a:solidFill>
                  <a:latin typeface="Arial"/>
                  <a:ea typeface="Arial"/>
                  <a:cs typeface="Arial"/>
                  <a:sym typeface="Arial"/>
                </a:rPr>
                <a:t>On Campus Qassim </a:t>
              </a:r>
              <a:endParaRPr sz="1645"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1072419" y="0"/>
              <a:ext cx="1502853" cy="705691"/>
            </a:xfrm>
            <a:custGeom>
              <a:avLst/>
              <a:gdLst/>
              <a:ahLst/>
              <a:cxnLst/>
              <a:rect l="l" t="t" r="r" b="b"/>
              <a:pathLst>
                <a:path w="1502853" h="705691" extrusionOk="0">
                  <a:moveTo>
                    <a:pt x="0" y="0"/>
                  </a:moveTo>
                  <a:lnTo>
                    <a:pt x="1502853" y="0"/>
                  </a:lnTo>
                  <a:lnTo>
                    <a:pt x="1502853" y="705691"/>
                  </a:lnTo>
                  <a:lnTo>
                    <a:pt x="0" y="70569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17900" t="-94125" r="-17004" b="-93148"/>
              </a:stretch>
            </a:blipFill>
            <a:ln>
              <a:noFill/>
            </a:ln>
          </p:spPr>
        </p:sp>
      </p:grpSp>
      <p:cxnSp>
        <p:nvCxnSpPr>
          <p:cNvPr id="87" name="Google Shape;87;p13"/>
          <p:cNvCxnSpPr/>
          <p:nvPr/>
        </p:nvCxnSpPr>
        <p:spPr>
          <a:xfrm>
            <a:off x="3584427" y="3281445"/>
            <a:ext cx="8499600" cy="9600"/>
          </a:xfrm>
          <a:prstGeom prst="straightConnector1">
            <a:avLst/>
          </a:prstGeom>
          <a:noFill/>
          <a:ln w="390525" cap="rnd" cmpd="sng">
            <a:solidFill>
              <a:srgbClr val="F9AB00">
                <a:alpha val="36862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13"/>
          <p:cNvSpPr txBox="1"/>
          <p:nvPr/>
        </p:nvSpPr>
        <p:spPr>
          <a:xfrm>
            <a:off x="3069182" y="2095971"/>
            <a:ext cx="9530100" cy="11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7282" b="1" i="0" u="none" strike="noStrike" cap="none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/>
              </a:rPr>
              <a:t>شهادة</a:t>
            </a:r>
            <a:r>
              <a:rPr lang="ar-EG" sz="7282" b="1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/>
              </a:rPr>
              <a:t> حضور</a:t>
            </a:r>
            <a:r>
              <a:rPr lang="ar-EG" sz="7282" b="1" i="0" u="none" strike="noStrike" cap="none">
                <a:solidFill>
                  <a:srgbClr val="34A853"/>
                </a:solidFill>
                <a:latin typeface="Tajawal"/>
                <a:ea typeface="Tajawal"/>
                <a:cs typeface="Tajawal"/>
                <a:sym typeface="Tajawal"/>
                <a:rtl/>
              </a:rPr>
              <a:t> 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012473" y="4230719"/>
            <a:ext cx="9643500" cy="9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39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2444" b="1" i="0" u="none" strike="noStrike" cap="none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تشهد مجموعة قوقل للطلبة المطورين</a:t>
            </a:r>
            <a:r>
              <a:rPr lang="ar-EG" sz="2444" b="1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 متمثلة بالنادي الطلابي</a:t>
            </a:r>
            <a:r>
              <a:rPr lang="ar-EG" sz="2444" b="1" i="0" u="none" strike="noStrike" cap="none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 بأن الطالب</a:t>
            </a:r>
            <a:r>
              <a:rPr lang="ar-EG" sz="2444" b="1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/ة</a:t>
            </a:r>
            <a:r>
              <a:rPr lang="ar-EG" sz="2444" b="1" i="0" u="none" strike="noStrike" cap="none">
                <a:solidFill>
                  <a:srgbClr val="4586F2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 :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176775" y="5405150"/>
            <a:ext cx="7638000" cy="5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3296" b="1">
                <a:solidFill>
                  <a:srgbClr val="E74437"/>
                </a:solidFill>
                <a:latin typeface="Tajawal"/>
                <a:ea typeface="Tajawal"/>
                <a:cs typeface="Tajawal"/>
                <a:sym typeface="Tajawal"/>
              </a:rPr>
              <a:t>&lt;&lt;name&gt;&gt;</a:t>
            </a:r>
            <a:endParaRPr sz="100"/>
          </a:p>
        </p:txBody>
      </p:sp>
      <p:sp>
        <p:nvSpPr>
          <p:cNvPr id="91" name="Google Shape;91;p13"/>
          <p:cNvSpPr txBox="1"/>
          <p:nvPr/>
        </p:nvSpPr>
        <p:spPr>
          <a:xfrm>
            <a:off x="2408250" y="6710663"/>
            <a:ext cx="11468400" cy="107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3539" b="1" i="0" u="none" strike="noStrike" cap="none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قد </a:t>
            </a:r>
            <a:r>
              <a:rPr lang="ar-EG" sz="3539" b="1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حضر/ت &lt;&lt;event_name&gt;&gt; </a:t>
            </a:r>
            <a:r>
              <a:rPr lang="ar-EG" sz="3239" b="1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 </a:t>
            </a:r>
            <a:endParaRPr sz="3239" b="1" i="0" u="none" strike="noStrike" cap="none">
              <a:solidFill>
                <a:srgbClr val="34A853"/>
              </a:solidFill>
              <a:latin typeface="Tajawal Medium"/>
              <a:ea typeface="Tajawal Medium"/>
              <a:cs typeface="Tajawal Medium"/>
              <a:sym typeface="Tajawal Medium"/>
              <a:rtl/>
            </a:endParaRPr>
          </a:p>
          <a:p>
            <a:pPr marL="0" marR="0" lvl="0" indent="0" algn="ctr" rtl="1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2039" b="1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بتاريخ &lt;&lt;date&gt;&gt; </a:t>
            </a:r>
            <a:r>
              <a:rPr lang="ar-EG" sz="2039" b="1" i="0" u="none" strike="noStrike" cap="none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نتم</a:t>
            </a:r>
            <a:r>
              <a:rPr lang="ar-EG" sz="2039" b="1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نى</a:t>
            </a:r>
            <a:r>
              <a:rPr lang="ar-EG" sz="2039" b="1" i="0" u="none" strike="noStrike" cap="none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 دوام التوفيق والنجاح في مسيرته</a:t>
            </a:r>
            <a:r>
              <a:rPr lang="ar-EG" sz="2039" b="1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م</a:t>
            </a:r>
            <a:r>
              <a:rPr lang="ar-EG" sz="2039" b="1" i="0" u="none" strike="noStrike" cap="none">
                <a:solidFill>
                  <a:srgbClr val="34A853"/>
                </a:solidFill>
                <a:latin typeface="Tajawal Medium"/>
                <a:ea typeface="Tajawal Medium"/>
                <a:cs typeface="Tajawal Medium"/>
                <a:sym typeface="Tajawal Medium"/>
                <a:rtl/>
              </a:rPr>
              <a:t> المهنية.</a:t>
            </a:r>
            <a:endParaRPr sz="1000"/>
          </a:p>
        </p:txBody>
      </p:sp>
      <p:grpSp>
        <p:nvGrpSpPr>
          <p:cNvPr id="92" name="Google Shape;92;p13"/>
          <p:cNvGrpSpPr/>
          <p:nvPr/>
        </p:nvGrpSpPr>
        <p:grpSpPr>
          <a:xfrm rot="2354477">
            <a:off x="-4928332" y="-2695651"/>
            <a:ext cx="6309539" cy="8007983"/>
            <a:chOff x="0" y="-76200"/>
            <a:chExt cx="1598826" cy="2029209"/>
          </a:xfrm>
        </p:grpSpPr>
        <p:sp>
          <p:nvSpPr>
            <p:cNvPr id="93" name="Google Shape;93;p13"/>
            <p:cNvSpPr/>
            <p:nvPr/>
          </p:nvSpPr>
          <p:spPr>
            <a:xfrm>
              <a:off x="0" y="0"/>
              <a:ext cx="1598826" cy="1953009"/>
            </a:xfrm>
            <a:custGeom>
              <a:avLst/>
              <a:gdLst/>
              <a:ahLst/>
              <a:cxnLst/>
              <a:rect l="l" t="t" r="r" b="b"/>
              <a:pathLst>
                <a:path w="1598826" h="1953009" extrusionOk="0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1830307"/>
                  </a:lnTo>
                  <a:cubicBezTo>
                    <a:pt x="1598826" y="1898073"/>
                    <a:pt x="1543890" y="1953009"/>
                    <a:pt x="1476124" y="1953009"/>
                  </a:cubicBezTo>
                  <a:lnTo>
                    <a:pt x="122702" y="1953009"/>
                  </a:lnTo>
                  <a:cubicBezTo>
                    <a:pt x="90159" y="1953009"/>
                    <a:pt x="58950" y="1940081"/>
                    <a:pt x="35939" y="1917070"/>
                  </a:cubicBezTo>
                  <a:cubicBezTo>
                    <a:pt x="12927" y="1894059"/>
                    <a:pt x="0" y="1862849"/>
                    <a:pt x="0" y="1830307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F7BC10">
                <a:alpha val="5490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3"/>
            <p:cNvSpPr txBox="1"/>
            <p:nvPr/>
          </p:nvSpPr>
          <p:spPr>
            <a:xfrm>
              <a:off x="0" y="-76200"/>
              <a:ext cx="1598826" cy="202920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" name="Google Shape;95;p13"/>
          <p:cNvGrpSpPr/>
          <p:nvPr/>
        </p:nvGrpSpPr>
        <p:grpSpPr>
          <a:xfrm rot="2354471">
            <a:off x="-5456689" y="320982"/>
            <a:ext cx="6309510" cy="9256486"/>
            <a:chOff x="0" y="-76200"/>
            <a:chExt cx="1598826" cy="2345588"/>
          </a:xfrm>
        </p:grpSpPr>
        <p:sp>
          <p:nvSpPr>
            <p:cNvPr id="96" name="Google Shape;96;p13"/>
            <p:cNvSpPr/>
            <p:nvPr/>
          </p:nvSpPr>
          <p:spPr>
            <a:xfrm>
              <a:off x="0" y="0"/>
              <a:ext cx="1598826" cy="2269388"/>
            </a:xfrm>
            <a:custGeom>
              <a:avLst/>
              <a:gdLst/>
              <a:ahLst/>
              <a:cxnLst/>
              <a:rect l="l" t="t" r="r" b="b"/>
              <a:pathLst>
                <a:path w="1598826" h="2269388" extrusionOk="0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2146686"/>
                  </a:lnTo>
                  <a:cubicBezTo>
                    <a:pt x="1598826" y="2214453"/>
                    <a:pt x="1543890" y="2269388"/>
                    <a:pt x="1476124" y="2269388"/>
                  </a:cubicBezTo>
                  <a:lnTo>
                    <a:pt x="122702" y="2269388"/>
                  </a:lnTo>
                  <a:cubicBezTo>
                    <a:pt x="90159" y="2269388"/>
                    <a:pt x="58950" y="2256461"/>
                    <a:pt x="35939" y="2233450"/>
                  </a:cubicBezTo>
                  <a:cubicBezTo>
                    <a:pt x="12927" y="2210439"/>
                    <a:pt x="0" y="2179229"/>
                    <a:pt x="0" y="2146686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E74437">
                <a:alpha val="5490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0" y="-76200"/>
              <a:ext cx="1598826" cy="23455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8" name="Google Shape;98;p13"/>
          <p:cNvGrpSpPr/>
          <p:nvPr/>
        </p:nvGrpSpPr>
        <p:grpSpPr>
          <a:xfrm rot="2354477">
            <a:off x="-4737852" y="3651250"/>
            <a:ext cx="6309539" cy="7405762"/>
            <a:chOff x="0" y="-76200"/>
            <a:chExt cx="1598826" cy="1876606"/>
          </a:xfrm>
        </p:grpSpPr>
        <p:sp>
          <p:nvSpPr>
            <p:cNvPr id="99" name="Google Shape;99;p13"/>
            <p:cNvSpPr/>
            <p:nvPr/>
          </p:nvSpPr>
          <p:spPr>
            <a:xfrm>
              <a:off x="0" y="0"/>
              <a:ext cx="1598826" cy="1800406"/>
            </a:xfrm>
            <a:custGeom>
              <a:avLst/>
              <a:gdLst/>
              <a:ahLst/>
              <a:cxnLst/>
              <a:rect l="l" t="t" r="r" b="b"/>
              <a:pathLst>
                <a:path w="1598826" h="1800406" extrusionOk="0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1677705"/>
                  </a:lnTo>
                  <a:cubicBezTo>
                    <a:pt x="1598826" y="1710247"/>
                    <a:pt x="1585898" y="1741457"/>
                    <a:pt x="1562887" y="1764468"/>
                  </a:cubicBezTo>
                  <a:cubicBezTo>
                    <a:pt x="1539876" y="1787479"/>
                    <a:pt x="1508666" y="1800406"/>
                    <a:pt x="1476124" y="1800406"/>
                  </a:cubicBezTo>
                  <a:lnTo>
                    <a:pt x="122702" y="1800406"/>
                  </a:lnTo>
                  <a:cubicBezTo>
                    <a:pt x="54935" y="1800406"/>
                    <a:pt x="0" y="1745471"/>
                    <a:pt x="0" y="1677705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0057E6">
                <a:alpha val="5490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3"/>
            <p:cNvSpPr txBox="1"/>
            <p:nvPr/>
          </p:nvSpPr>
          <p:spPr>
            <a:xfrm>
              <a:off x="0" y="-76200"/>
              <a:ext cx="1598826" cy="187660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13"/>
          <p:cNvGrpSpPr/>
          <p:nvPr/>
        </p:nvGrpSpPr>
        <p:grpSpPr>
          <a:xfrm>
            <a:off x="13418892" y="-1080938"/>
            <a:ext cx="794713" cy="5734319"/>
            <a:chOff x="0" y="-38100"/>
            <a:chExt cx="551682" cy="3980707"/>
          </a:xfrm>
        </p:grpSpPr>
        <p:sp>
          <p:nvSpPr>
            <p:cNvPr id="102" name="Google Shape;102;p13"/>
            <p:cNvSpPr/>
            <p:nvPr/>
          </p:nvSpPr>
          <p:spPr>
            <a:xfrm>
              <a:off x="0" y="0"/>
              <a:ext cx="551682" cy="3942607"/>
            </a:xfrm>
            <a:custGeom>
              <a:avLst/>
              <a:gdLst/>
              <a:ahLst/>
              <a:cxnLst/>
              <a:rect l="l" t="t" r="r" b="b"/>
              <a:pathLst>
                <a:path w="551682" h="3942607" extrusionOk="0">
                  <a:moveTo>
                    <a:pt x="551682" y="0"/>
                  </a:moveTo>
                  <a:lnTo>
                    <a:pt x="551682" y="3942607"/>
                  </a:lnTo>
                  <a:lnTo>
                    <a:pt x="275841" y="3815607"/>
                  </a:lnTo>
                  <a:lnTo>
                    <a:pt x="0" y="3942607"/>
                  </a:lnTo>
                  <a:lnTo>
                    <a:pt x="0" y="0"/>
                  </a:lnTo>
                  <a:lnTo>
                    <a:pt x="551682" y="0"/>
                  </a:lnTo>
                  <a:close/>
                </a:path>
              </a:pathLst>
            </a:custGeom>
            <a:solidFill>
              <a:srgbClr val="F7BC10"/>
            </a:solidFill>
            <a:ln>
              <a:noFill/>
            </a:ln>
          </p:spPr>
        </p:sp>
        <p:sp>
          <p:nvSpPr>
            <p:cNvPr id="103" name="Google Shape;103;p13"/>
            <p:cNvSpPr txBox="1"/>
            <p:nvPr/>
          </p:nvSpPr>
          <p:spPr>
            <a:xfrm>
              <a:off x="0" y="-38100"/>
              <a:ext cx="551682" cy="38537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3500" tIns="53500" rIns="53500" bIns="53500" anchor="ctr" anchorCtr="0">
              <a:noAutofit/>
            </a:bodyPr>
            <a:lstStyle/>
            <a:p>
              <a:pPr marL="0" marR="0" lvl="0" indent="0" algn="ctr" rtl="0">
                <a:lnSpc>
                  <a:spcPct val="93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" name="Google Shape;104;p13"/>
          <p:cNvGrpSpPr/>
          <p:nvPr/>
        </p:nvGrpSpPr>
        <p:grpSpPr>
          <a:xfrm>
            <a:off x="13004848" y="2373881"/>
            <a:ext cx="1622800" cy="1622800"/>
            <a:chOff x="0" y="0"/>
            <a:chExt cx="2163734" cy="2163734"/>
          </a:xfrm>
        </p:grpSpPr>
        <p:sp>
          <p:nvSpPr>
            <p:cNvPr id="105" name="Google Shape;105;p13"/>
            <p:cNvSpPr/>
            <p:nvPr/>
          </p:nvSpPr>
          <p:spPr>
            <a:xfrm>
              <a:off x="0" y="0"/>
              <a:ext cx="2163734" cy="2163734"/>
            </a:xfrm>
            <a:custGeom>
              <a:avLst/>
              <a:gdLst/>
              <a:ahLst/>
              <a:cxnLst/>
              <a:rect l="l" t="t" r="r" b="b"/>
              <a:pathLst>
                <a:path w="2163734" h="2163734" extrusionOk="0">
                  <a:moveTo>
                    <a:pt x="0" y="0"/>
                  </a:moveTo>
                  <a:lnTo>
                    <a:pt x="2163734" y="0"/>
                  </a:lnTo>
                  <a:lnTo>
                    <a:pt x="2163734" y="2163734"/>
                  </a:lnTo>
                  <a:lnTo>
                    <a:pt x="0" y="216373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106" name="Google Shape;106;p13"/>
            <p:cNvSpPr/>
            <p:nvPr/>
          </p:nvSpPr>
          <p:spPr>
            <a:xfrm>
              <a:off x="399740" y="764601"/>
              <a:ext cx="1364253" cy="634532"/>
            </a:xfrm>
            <a:custGeom>
              <a:avLst/>
              <a:gdLst/>
              <a:ahLst/>
              <a:cxnLst/>
              <a:rect l="l" t="t" r="r" b="b"/>
              <a:pathLst>
                <a:path w="1364253" h="634532" extrusionOk="0">
                  <a:moveTo>
                    <a:pt x="0" y="0"/>
                  </a:moveTo>
                  <a:lnTo>
                    <a:pt x="1364254" y="0"/>
                  </a:lnTo>
                  <a:lnTo>
                    <a:pt x="1364254" y="634532"/>
                  </a:lnTo>
                  <a:lnTo>
                    <a:pt x="0" y="63453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l="-89111" r="-88789" b="-157924"/>
              </a:stretch>
            </a:blipFill>
            <a:ln>
              <a:noFill/>
            </a:ln>
          </p:spPr>
        </p:sp>
      </p:grpSp>
      <p:grpSp>
        <p:nvGrpSpPr>
          <p:cNvPr id="107" name="Google Shape;107;p13"/>
          <p:cNvGrpSpPr/>
          <p:nvPr/>
        </p:nvGrpSpPr>
        <p:grpSpPr>
          <a:xfrm rot="2354477">
            <a:off x="-3997199" y="7272279"/>
            <a:ext cx="6309539" cy="5064103"/>
            <a:chOff x="0" y="-76200"/>
            <a:chExt cx="1598826" cy="1283234"/>
          </a:xfrm>
        </p:grpSpPr>
        <p:sp>
          <p:nvSpPr>
            <p:cNvPr id="108" name="Google Shape;108;p13"/>
            <p:cNvSpPr/>
            <p:nvPr/>
          </p:nvSpPr>
          <p:spPr>
            <a:xfrm>
              <a:off x="0" y="0"/>
              <a:ext cx="1598826" cy="1207034"/>
            </a:xfrm>
            <a:custGeom>
              <a:avLst/>
              <a:gdLst/>
              <a:ahLst/>
              <a:cxnLst/>
              <a:rect l="l" t="t" r="r" b="b"/>
              <a:pathLst>
                <a:path w="1598826" h="1207034" extrusionOk="0">
                  <a:moveTo>
                    <a:pt x="122702" y="0"/>
                  </a:moveTo>
                  <a:lnTo>
                    <a:pt x="1476124" y="0"/>
                  </a:lnTo>
                  <a:cubicBezTo>
                    <a:pt x="1508666" y="0"/>
                    <a:pt x="1539876" y="12927"/>
                    <a:pt x="1562887" y="35939"/>
                  </a:cubicBezTo>
                  <a:cubicBezTo>
                    <a:pt x="1585898" y="58950"/>
                    <a:pt x="1598826" y="90159"/>
                    <a:pt x="1598826" y="122702"/>
                  </a:cubicBezTo>
                  <a:lnTo>
                    <a:pt x="1598826" y="1084333"/>
                  </a:lnTo>
                  <a:cubicBezTo>
                    <a:pt x="1598826" y="1152099"/>
                    <a:pt x="1543890" y="1207034"/>
                    <a:pt x="1476124" y="1207034"/>
                  </a:cubicBezTo>
                  <a:lnTo>
                    <a:pt x="122702" y="1207034"/>
                  </a:lnTo>
                  <a:cubicBezTo>
                    <a:pt x="90159" y="1207034"/>
                    <a:pt x="58950" y="1194107"/>
                    <a:pt x="35939" y="1171096"/>
                  </a:cubicBezTo>
                  <a:cubicBezTo>
                    <a:pt x="12927" y="1148085"/>
                    <a:pt x="0" y="1116875"/>
                    <a:pt x="0" y="1084333"/>
                  </a:cubicBezTo>
                  <a:lnTo>
                    <a:pt x="0" y="122702"/>
                  </a:lnTo>
                  <a:cubicBezTo>
                    <a:pt x="0" y="90159"/>
                    <a:pt x="12927" y="58950"/>
                    <a:pt x="35939" y="35939"/>
                  </a:cubicBezTo>
                  <a:cubicBezTo>
                    <a:pt x="58950" y="12927"/>
                    <a:pt x="90159" y="0"/>
                    <a:pt x="122702" y="0"/>
                  </a:cubicBezTo>
                  <a:close/>
                </a:path>
              </a:pathLst>
            </a:custGeom>
            <a:solidFill>
              <a:srgbClr val="34A853">
                <a:alpha val="5490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3"/>
            <p:cNvSpPr txBox="1"/>
            <p:nvPr/>
          </p:nvSpPr>
          <p:spPr>
            <a:xfrm>
              <a:off x="0" y="-76200"/>
              <a:ext cx="1598826" cy="128323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13"/>
          <p:cNvGrpSpPr/>
          <p:nvPr/>
        </p:nvGrpSpPr>
        <p:grpSpPr>
          <a:xfrm>
            <a:off x="8488269" y="305791"/>
            <a:ext cx="4848282" cy="1433903"/>
            <a:chOff x="0" y="0"/>
            <a:chExt cx="3867796" cy="1437065"/>
          </a:xfrm>
        </p:grpSpPr>
        <p:sp>
          <p:nvSpPr>
            <p:cNvPr id="111" name="Google Shape;111;p13"/>
            <p:cNvSpPr/>
            <p:nvPr/>
          </p:nvSpPr>
          <p:spPr>
            <a:xfrm>
              <a:off x="0" y="0"/>
              <a:ext cx="3867796" cy="1196949"/>
            </a:xfrm>
            <a:custGeom>
              <a:avLst/>
              <a:gdLst/>
              <a:ahLst/>
              <a:cxnLst/>
              <a:rect l="l" t="t" r="r" b="b"/>
              <a:pathLst>
                <a:path w="3867796" h="1196949" extrusionOk="0">
                  <a:moveTo>
                    <a:pt x="0" y="0"/>
                  </a:moveTo>
                  <a:lnTo>
                    <a:pt x="3867796" y="0"/>
                  </a:lnTo>
                  <a:lnTo>
                    <a:pt x="3867796" y="1196949"/>
                  </a:lnTo>
                  <a:lnTo>
                    <a:pt x="0" y="11969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112" name="Google Shape;112;p13"/>
            <p:cNvSpPr txBox="1"/>
            <p:nvPr/>
          </p:nvSpPr>
          <p:spPr>
            <a:xfrm>
              <a:off x="2020121" y="1181956"/>
              <a:ext cx="1792200" cy="24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1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ar-EG" sz="1563" b="1" i="0" u="none" strike="noStrike" cap="none">
                  <a:solidFill>
                    <a:srgbClr val="00A2B2"/>
                  </a:solidFill>
                  <a:latin typeface="Tajawal"/>
                  <a:ea typeface="Tajawal"/>
                  <a:cs typeface="Tajawal"/>
                  <a:sym typeface="Tajawal"/>
                </a:rPr>
                <a:t>كلــــــــــيـــــــــــة الــــحـــــــــاســـــــب</a:t>
              </a:r>
              <a:endParaRPr sz="2150"/>
            </a:p>
          </p:txBody>
        </p:sp>
        <p:sp>
          <p:nvSpPr>
            <p:cNvPr id="113" name="Google Shape;113;p13"/>
            <p:cNvSpPr txBox="1"/>
            <p:nvPr/>
          </p:nvSpPr>
          <p:spPr>
            <a:xfrm>
              <a:off x="29051" y="1195865"/>
              <a:ext cx="1726500" cy="24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4004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ar-EG" sz="1563" b="1" i="0" u="none" strike="noStrike" cap="none">
                  <a:solidFill>
                    <a:srgbClr val="00A2B2"/>
                  </a:solidFill>
                  <a:latin typeface="Arial"/>
                  <a:ea typeface="Arial"/>
                  <a:cs typeface="Arial"/>
                  <a:sym typeface="Arial"/>
                </a:rPr>
                <a:t>College of Computer</a:t>
              </a:r>
              <a:endParaRPr sz="2150"/>
            </a:p>
          </p:txBody>
        </p:sp>
      </p:grpSp>
      <p:sp>
        <p:nvSpPr>
          <p:cNvPr id="114" name="Google Shape;114;p13"/>
          <p:cNvSpPr txBox="1"/>
          <p:nvPr/>
        </p:nvSpPr>
        <p:spPr>
          <a:xfrm>
            <a:off x="8872375" y="1739700"/>
            <a:ext cx="2942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1">
              <a:lnSpc>
                <a:spcPct val="139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2300">
                <a:solidFill>
                  <a:srgbClr val="222222"/>
                </a:solidFill>
                <a:highlight>
                  <a:srgbClr val="FFFFFF"/>
                </a:highlight>
              </a:rPr>
              <a:t>الـنـادي الـطـلابـي</a:t>
            </a:r>
            <a:endParaRPr sz="2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3"/>
          <p:cNvSpPr/>
          <p:nvPr/>
        </p:nvSpPr>
        <p:spPr>
          <a:xfrm>
            <a:off x="3649876" y="8402838"/>
            <a:ext cx="2942642" cy="1887163"/>
          </a:xfrm>
          <a:custGeom>
            <a:avLst/>
            <a:gdLst/>
            <a:ahLst/>
            <a:cxnLst/>
            <a:rect l="l" t="t" r="r" b="b"/>
            <a:pathLst>
              <a:path w="2136219" h="1377491" extrusionOk="0">
                <a:moveTo>
                  <a:pt x="0" y="0"/>
                </a:moveTo>
                <a:lnTo>
                  <a:pt x="2136219" y="0"/>
                </a:lnTo>
                <a:lnTo>
                  <a:pt x="2136219" y="1377491"/>
                </a:lnTo>
                <a:lnTo>
                  <a:pt x="0" y="13774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l="-366366" t="-390538" r="-51392" b="-11645"/>
            </a:stretch>
          </a:blipFill>
          <a:ln>
            <a:noFill/>
          </a:ln>
        </p:spPr>
      </p:sp>
      <p:cxnSp>
        <p:nvCxnSpPr>
          <p:cNvPr id="116" name="Google Shape;116;p13"/>
          <p:cNvCxnSpPr/>
          <p:nvPr/>
        </p:nvCxnSpPr>
        <p:spPr>
          <a:xfrm>
            <a:off x="10704697" y="9346420"/>
            <a:ext cx="3317700" cy="0"/>
          </a:xfrm>
          <a:prstGeom prst="straightConnector1">
            <a:avLst/>
          </a:prstGeom>
          <a:noFill/>
          <a:ln w="39475" cap="flat" cmpd="sng">
            <a:solidFill>
              <a:srgbClr val="0057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7" name="Google Shape;117;p13" descr="Upscale Image"/>
          <p:cNvSpPr/>
          <p:nvPr/>
        </p:nvSpPr>
        <p:spPr>
          <a:xfrm>
            <a:off x="11435921" y="8327571"/>
            <a:ext cx="1852823" cy="1018299"/>
          </a:xfrm>
          <a:custGeom>
            <a:avLst/>
            <a:gdLst/>
            <a:ahLst/>
            <a:cxnLst/>
            <a:rect l="l" t="t" r="r" b="b"/>
            <a:pathLst>
              <a:path w="1045316" h="722198" extrusionOk="0">
                <a:moveTo>
                  <a:pt x="0" y="0"/>
                </a:moveTo>
                <a:lnTo>
                  <a:pt x="1045316" y="0"/>
                </a:lnTo>
                <a:lnTo>
                  <a:pt x="1045316" y="722198"/>
                </a:lnTo>
                <a:lnTo>
                  <a:pt x="0" y="7221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-9818"/>
            </a:stretch>
          </a:blipFill>
          <a:ln>
            <a:noFill/>
          </a:ln>
        </p:spPr>
      </p:sp>
      <p:sp>
        <p:nvSpPr>
          <p:cNvPr id="118" name="Google Shape;118;p13"/>
          <p:cNvSpPr txBox="1"/>
          <p:nvPr/>
        </p:nvSpPr>
        <p:spPr>
          <a:xfrm>
            <a:off x="10704697" y="9430929"/>
            <a:ext cx="33177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2279" b="1" i="0" u="none" strike="noStrike" cap="none">
                <a:solidFill>
                  <a:srgbClr val="4586F2"/>
                </a:solidFill>
                <a:latin typeface="Tajawal"/>
                <a:ea typeface="Tajawal"/>
                <a:cs typeface="Tajawal"/>
                <a:sym typeface="Tajawal"/>
              </a:rPr>
              <a:t>أ.عبدالله بن تركي الشاوي</a:t>
            </a:r>
            <a:endParaRPr sz="2279"/>
          </a:p>
        </p:txBody>
      </p:sp>
      <p:sp>
        <p:nvSpPr>
          <p:cNvPr id="119" name="Google Shape;119;p13"/>
          <p:cNvSpPr txBox="1"/>
          <p:nvPr/>
        </p:nvSpPr>
        <p:spPr>
          <a:xfrm>
            <a:off x="10704697" y="9883162"/>
            <a:ext cx="33177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1">
              <a:lnSpc>
                <a:spcPct val="14007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EG" sz="2279" b="1" i="0" u="none" strike="noStrike" cap="none">
                <a:solidFill>
                  <a:srgbClr val="4586F2"/>
                </a:solidFill>
                <a:latin typeface="Tajawal"/>
                <a:ea typeface="Tajawal"/>
                <a:cs typeface="Tajawal"/>
                <a:sym typeface="Tajawal"/>
              </a:rPr>
              <a:t>مشرف النادي الطلابي</a:t>
            </a:r>
            <a:endParaRPr sz="2279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2</cp:revision>
  <dcterms:modified xsi:type="dcterms:W3CDTF">2025-09-29T19:00:04Z</dcterms:modified>
</cp:coreProperties>
</file>