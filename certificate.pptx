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693400" cx="15113000"/>
  <p:notesSz cx="6858000" cy="9144000"/>
  <p:embeddedFontLst>
    <p:embeddedFont>
      <p:font typeface="Tajawal Medium"/>
      <p:regular r:id="rId7"/>
      <p:bold r:id="rId8"/>
    </p:embeddedFont>
    <p:embeddedFont>
      <p:font typeface="Tajawal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pos="669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669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Tajawal-bold.fntdata"/><Relationship Id="rId9" Type="http://schemas.openxmlformats.org/officeDocument/2006/relationships/font" Target="fonts/Tajawa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TajawalMedium-regular.fntdata"/><Relationship Id="rId8" Type="http://schemas.openxmlformats.org/officeDocument/2006/relationships/font" Target="fonts/Tajawal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964640" y="493300"/>
            <a:ext cx="3214718" cy="1339284"/>
            <a:chOff x="0" y="0"/>
            <a:chExt cx="3647700" cy="1570087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760687"/>
              <a:ext cx="3647700" cy="8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603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5"/>
                <a:buFont typeface="Arial"/>
                <a:buNone/>
              </a:pPr>
              <a:r>
                <a:rPr b="0" i="0" lang="ar-EG" sz="2105" u="none" cap="none" strike="noStrike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Google Developer Groups</a:t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6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0"/>
                <a:buFont typeface="Arial"/>
                <a:buNone/>
              </a:pPr>
              <a:r>
                <a:rPr b="0" i="0" lang="ar-EG" sz="1410" u="none" cap="none" strike="noStrike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On Campus Qassim </a:t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1072419" y="0"/>
              <a:ext cx="1502853" cy="705691"/>
            </a:xfrm>
            <a:custGeom>
              <a:rect b="b" l="l" r="r" t="t"/>
              <a:pathLst>
                <a:path extrusionOk="0" h="705691" w="1502853">
                  <a:moveTo>
                    <a:pt x="0" y="0"/>
                  </a:moveTo>
                  <a:lnTo>
                    <a:pt x="1502853" y="0"/>
                  </a:lnTo>
                  <a:lnTo>
                    <a:pt x="1502853" y="705691"/>
                  </a:lnTo>
                  <a:lnTo>
                    <a:pt x="0" y="7056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93137" l="-17898" r="-17001" t="-94119"/>
              </a:stretch>
            </a:blipFill>
            <a:ln>
              <a:noFill/>
            </a:ln>
          </p:spPr>
        </p:sp>
      </p:grpSp>
      <p:sp>
        <p:nvSpPr>
          <p:cNvPr id="87" name="Google Shape;87;p13"/>
          <p:cNvSpPr txBox="1"/>
          <p:nvPr/>
        </p:nvSpPr>
        <p:spPr>
          <a:xfrm>
            <a:off x="3320700" y="4470357"/>
            <a:ext cx="964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3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Font typeface="Arial"/>
              <a:buNone/>
            </a:pPr>
            <a:r>
              <a:rPr b="1" i="0" lang="ar-EG" sz="2200" u="none" cap="none" strike="noStrike">
                <a:solidFill>
                  <a:srgbClr val="4586F2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تشهد مجموعة قوقل للطلبة المطورين متمثلة بالنادي الطلابي بأن الطالب/ة 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323450" y="5510138"/>
            <a:ext cx="763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/>
              <a:buNone/>
            </a:pPr>
            <a:r>
              <a:rPr b="1" i="0" lang="ar-EG" sz="3600" u="none" cap="none" strike="noStrike">
                <a:solidFill>
                  <a:srgbClr val="E74437"/>
                </a:solidFill>
                <a:latin typeface="Tajawal"/>
                <a:ea typeface="Tajawal"/>
                <a:cs typeface="Tajawal"/>
                <a:sym typeface="Tajawal"/>
              </a:rPr>
              <a:t>&lt;&lt;name&gt;&gt;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408250" y="6919226"/>
            <a:ext cx="114684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9"/>
              <a:buFont typeface="Arial"/>
              <a:buNone/>
            </a:pPr>
            <a:r>
              <a:rPr b="1" i="0" lang="ar-EG" sz="3739" u="none" cap="none" strike="noStrik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قد حضر/ت </a:t>
            </a:r>
            <a:r>
              <a:rPr b="1" i="0" lang="ar-EG" sz="4039" u="none" cap="none" strike="noStrik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&lt;&lt;event_name&gt;&gt;</a:t>
            </a:r>
            <a:r>
              <a:rPr b="1" i="0" lang="ar-EG" sz="3739" u="none" cap="none" strike="noStrik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 </a:t>
            </a:r>
            <a:r>
              <a:rPr b="1" i="0" lang="ar-EG" sz="3439" u="none" cap="none" strike="noStrik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 </a:t>
            </a:r>
            <a:endParaRPr b="1" i="0" sz="3439" u="none" cap="none" strike="noStrike">
              <a:solidFill>
                <a:srgbClr val="34A853"/>
              </a:solidFill>
              <a:latin typeface="Tajawal Medium"/>
              <a:ea typeface="Tajawal Medium"/>
              <a:cs typeface="Tajawal Medium"/>
              <a:sym typeface="Tajawal Medium"/>
              <a:rtl val="1"/>
            </a:endParaRPr>
          </a:p>
          <a:p>
            <a:pPr indent="0" lvl="0" marL="0" marR="0" rtl="1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9"/>
              <a:buFont typeface="Arial"/>
              <a:buNone/>
            </a:pPr>
            <a:r>
              <a:rPr b="1" lang="ar-EG" sz="2239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بتاريخ &lt;&lt;event_date&gt;&gt; </a:t>
            </a:r>
            <a:r>
              <a:rPr b="1" i="0" lang="ar-EG" sz="2239" u="none" cap="none" strike="noStrik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 val="1"/>
              </a:rPr>
              <a:t>نتمنى دوام التوفيق والنجاح في مسيرتهم المهنية.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 rot="2354477">
            <a:off x="-4928332" y="-2695651"/>
            <a:ext cx="6309539" cy="8007983"/>
            <a:chOff x="0" y="-76200"/>
            <a:chExt cx="1598826" cy="2029209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1598826" cy="1953009"/>
            </a:xfrm>
            <a:custGeom>
              <a:rect b="b" l="l" r="r" t="t"/>
              <a:pathLst>
                <a:path extrusionOk="0" h="1953009" w="1598826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830307"/>
                  </a:lnTo>
                  <a:cubicBezTo>
                    <a:pt x="1598826" y="1898073"/>
                    <a:pt x="1543890" y="1953009"/>
                    <a:pt x="1476124" y="1953009"/>
                  </a:cubicBezTo>
                  <a:lnTo>
                    <a:pt x="122702" y="1953009"/>
                  </a:lnTo>
                  <a:cubicBezTo>
                    <a:pt x="90159" y="1953009"/>
                    <a:pt x="58950" y="1940081"/>
                    <a:pt x="35939" y="1917070"/>
                  </a:cubicBezTo>
                  <a:cubicBezTo>
                    <a:pt x="12927" y="1894059"/>
                    <a:pt x="0" y="1862849"/>
                    <a:pt x="0" y="1830307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F7BC10">
                <a:alpha val="5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-76200"/>
              <a:ext cx="1598826" cy="2029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 rot="2354471">
            <a:off x="-5456689" y="320982"/>
            <a:ext cx="6309510" cy="9256486"/>
            <a:chOff x="0" y="-76200"/>
            <a:chExt cx="1598826" cy="2345588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1598826" cy="2269388"/>
            </a:xfrm>
            <a:custGeom>
              <a:rect b="b" l="l" r="r" t="t"/>
              <a:pathLst>
                <a:path extrusionOk="0" h="2269388" w="1598826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2146686"/>
                  </a:lnTo>
                  <a:cubicBezTo>
                    <a:pt x="1598826" y="2214453"/>
                    <a:pt x="1543890" y="2269388"/>
                    <a:pt x="1476124" y="2269388"/>
                  </a:cubicBezTo>
                  <a:lnTo>
                    <a:pt x="122702" y="2269388"/>
                  </a:lnTo>
                  <a:cubicBezTo>
                    <a:pt x="90159" y="2269388"/>
                    <a:pt x="58950" y="2256461"/>
                    <a:pt x="35939" y="2233450"/>
                  </a:cubicBezTo>
                  <a:cubicBezTo>
                    <a:pt x="12927" y="2210439"/>
                    <a:pt x="0" y="2179229"/>
                    <a:pt x="0" y="2146686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E74437">
                <a:alpha val="5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0" y="-76200"/>
              <a:ext cx="1598826" cy="2345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3"/>
          <p:cNvGrpSpPr/>
          <p:nvPr/>
        </p:nvGrpSpPr>
        <p:grpSpPr>
          <a:xfrm rot="2354477">
            <a:off x="-4737852" y="3651250"/>
            <a:ext cx="6309539" cy="7405762"/>
            <a:chOff x="0" y="-76200"/>
            <a:chExt cx="1598826" cy="1876606"/>
          </a:xfrm>
        </p:grpSpPr>
        <p:sp>
          <p:nvSpPr>
            <p:cNvPr id="97" name="Google Shape;97;p13"/>
            <p:cNvSpPr/>
            <p:nvPr/>
          </p:nvSpPr>
          <p:spPr>
            <a:xfrm>
              <a:off x="0" y="0"/>
              <a:ext cx="1598826" cy="1800406"/>
            </a:xfrm>
            <a:custGeom>
              <a:rect b="b" l="l" r="r" t="t"/>
              <a:pathLst>
                <a:path extrusionOk="0" h="1800406" w="1598826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677705"/>
                  </a:lnTo>
                  <a:cubicBezTo>
                    <a:pt x="1598826" y="1710247"/>
                    <a:pt x="1585898" y="1741457"/>
                    <a:pt x="1562887" y="1764468"/>
                  </a:cubicBezTo>
                  <a:cubicBezTo>
                    <a:pt x="1539876" y="1787479"/>
                    <a:pt x="1508666" y="1800406"/>
                    <a:pt x="1476124" y="1800406"/>
                  </a:cubicBezTo>
                  <a:lnTo>
                    <a:pt x="122702" y="1800406"/>
                  </a:lnTo>
                  <a:cubicBezTo>
                    <a:pt x="54935" y="1800406"/>
                    <a:pt x="0" y="1745471"/>
                    <a:pt x="0" y="1677705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0057E6">
                <a:alpha val="5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0" y="-76200"/>
              <a:ext cx="1598826" cy="1876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13702792" y="-1054812"/>
            <a:ext cx="794698" cy="5734208"/>
            <a:chOff x="0" y="-38100"/>
            <a:chExt cx="551682" cy="3980707"/>
          </a:xfrm>
        </p:grpSpPr>
        <p:sp>
          <p:nvSpPr>
            <p:cNvPr id="100" name="Google Shape;100;p13"/>
            <p:cNvSpPr/>
            <p:nvPr/>
          </p:nvSpPr>
          <p:spPr>
            <a:xfrm>
              <a:off x="0" y="0"/>
              <a:ext cx="551682" cy="3942607"/>
            </a:xfrm>
            <a:custGeom>
              <a:rect b="b" l="l" r="r" t="t"/>
              <a:pathLst>
                <a:path extrusionOk="0" h="3942607" w="551682">
                  <a:moveTo>
                    <a:pt x="551682" y="0"/>
                  </a:moveTo>
                  <a:lnTo>
                    <a:pt x="551682" y="3942607"/>
                  </a:lnTo>
                  <a:lnTo>
                    <a:pt x="275841" y="3815607"/>
                  </a:lnTo>
                  <a:lnTo>
                    <a:pt x="0" y="3942607"/>
                  </a:lnTo>
                  <a:lnTo>
                    <a:pt x="0" y="0"/>
                  </a:lnTo>
                  <a:lnTo>
                    <a:pt x="551682" y="0"/>
                  </a:lnTo>
                  <a:close/>
                </a:path>
              </a:pathLst>
            </a:custGeom>
            <a:solidFill>
              <a:srgbClr val="F7BC10"/>
            </a:solidFill>
            <a:ln>
              <a:noFill/>
            </a:ln>
          </p:spPr>
        </p:sp>
        <p:sp>
          <p:nvSpPr>
            <p:cNvPr id="101" name="Google Shape;101;p13"/>
            <p:cNvSpPr txBox="1"/>
            <p:nvPr/>
          </p:nvSpPr>
          <p:spPr>
            <a:xfrm>
              <a:off x="0" y="-38100"/>
              <a:ext cx="551682" cy="38537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500" lIns="53500" spcFirstLastPara="1" rIns="53500" wrap="square" tIns="53500">
              <a:noAutofit/>
            </a:bodyPr>
            <a:lstStyle/>
            <a:p>
              <a:pPr indent="0" lvl="0" marL="0" marR="0" rtl="0" algn="ctr">
                <a:lnSpc>
                  <a:spcPct val="93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3"/>
          <p:cNvGrpSpPr/>
          <p:nvPr/>
        </p:nvGrpSpPr>
        <p:grpSpPr>
          <a:xfrm>
            <a:off x="13288748" y="2400006"/>
            <a:ext cx="1622801" cy="1622801"/>
            <a:chOff x="0" y="0"/>
            <a:chExt cx="2163734" cy="2163734"/>
          </a:xfrm>
        </p:grpSpPr>
        <p:sp>
          <p:nvSpPr>
            <p:cNvPr id="103" name="Google Shape;103;p13"/>
            <p:cNvSpPr/>
            <p:nvPr/>
          </p:nvSpPr>
          <p:spPr>
            <a:xfrm>
              <a:off x="0" y="0"/>
              <a:ext cx="2163734" cy="2163734"/>
            </a:xfrm>
            <a:custGeom>
              <a:rect b="b" l="l" r="r" t="t"/>
              <a:pathLst>
                <a:path extrusionOk="0" h="2163734" w="2163734">
                  <a:moveTo>
                    <a:pt x="0" y="0"/>
                  </a:moveTo>
                  <a:lnTo>
                    <a:pt x="2163734" y="0"/>
                  </a:lnTo>
                  <a:lnTo>
                    <a:pt x="2163734" y="2163734"/>
                  </a:lnTo>
                  <a:lnTo>
                    <a:pt x="0" y="21637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13"/>
            <p:cNvSpPr/>
            <p:nvPr/>
          </p:nvSpPr>
          <p:spPr>
            <a:xfrm>
              <a:off x="399740" y="764601"/>
              <a:ext cx="1364253" cy="634532"/>
            </a:xfrm>
            <a:custGeom>
              <a:rect b="b" l="l" r="r" t="t"/>
              <a:pathLst>
                <a:path extrusionOk="0" h="634532" w="1364253">
                  <a:moveTo>
                    <a:pt x="0" y="0"/>
                  </a:moveTo>
                  <a:lnTo>
                    <a:pt x="1364254" y="0"/>
                  </a:lnTo>
                  <a:lnTo>
                    <a:pt x="1364254" y="634532"/>
                  </a:lnTo>
                  <a:lnTo>
                    <a:pt x="0" y="63453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57918" l="-89096" r="-88774" t="0"/>
              </a:stretch>
            </a:blipFill>
            <a:ln>
              <a:noFill/>
            </a:ln>
          </p:spPr>
        </p:sp>
      </p:grpSp>
      <p:grpSp>
        <p:nvGrpSpPr>
          <p:cNvPr id="105" name="Google Shape;105;p13"/>
          <p:cNvGrpSpPr/>
          <p:nvPr/>
        </p:nvGrpSpPr>
        <p:grpSpPr>
          <a:xfrm rot="2354477">
            <a:off x="-3997199" y="7272279"/>
            <a:ext cx="6309539" cy="5064103"/>
            <a:chOff x="0" y="-76200"/>
            <a:chExt cx="1598826" cy="1283234"/>
          </a:xfrm>
        </p:grpSpPr>
        <p:sp>
          <p:nvSpPr>
            <p:cNvPr id="106" name="Google Shape;106;p13"/>
            <p:cNvSpPr/>
            <p:nvPr/>
          </p:nvSpPr>
          <p:spPr>
            <a:xfrm>
              <a:off x="0" y="0"/>
              <a:ext cx="1598826" cy="1207034"/>
            </a:xfrm>
            <a:custGeom>
              <a:rect b="b" l="l" r="r" t="t"/>
              <a:pathLst>
                <a:path extrusionOk="0" h="1207034" w="1598826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084333"/>
                  </a:lnTo>
                  <a:cubicBezTo>
                    <a:pt x="1598826" y="1152099"/>
                    <a:pt x="1543890" y="1207034"/>
                    <a:pt x="1476124" y="1207034"/>
                  </a:cubicBezTo>
                  <a:lnTo>
                    <a:pt x="122702" y="1207034"/>
                  </a:lnTo>
                  <a:cubicBezTo>
                    <a:pt x="90159" y="1207034"/>
                    <a:pt x="58950" y="1194107"/>
                    <a:pt x="35939" y="1171096"/>
                  </a:cubicBezTo>
                  <a:cubicBezTo>
                    <a:pt x="12927" y="1148085"/>
                    <a:pt x="0" y="1116875"/>
                    <a:pt x="0" y="1084333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34A853">
                <a:alpha val="545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0" y="-76200"/>
              <a:ext cx="1598826" cy="1283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8488269" y="305791"/>
            <a:ext cx="4848282" cy="1433903"/>
            <a:chOff x="0" y="0"/>
            <a:chExt cx="3867796" cy="1437065"/>
          </a:xfrm>
        </p:grpSpPr>
        <p:sp>
          <p:nvSpPr>
            <p:cNvPr id="109" name="Google Shape;109;p13"/>
            <p:cNvSpPr/>
            <p:nvPr/>
          </p:nvSpPr>
          <p:spPr>
            <a:xfrm>
              <a:off x="0" y="0"/>
              <a:ext cx="3867796" cy="1196949"/>
            </a:xfrm>
            <a:custGeom>
              <a:rect b="b" l="l" r="r" t="t"/>
              <a:pathLst>
                <a:path extrusionOk="0" h="1196949" w="3867796">
                  <a:moveTo>
                    <a:pt x="0" y="0"/>
                  </a:moveTo>
                  <a:lnTo>
                    <a:pt x="3867796" y="0"/>
                  </a:lnTo>
                  <a:lnTo>
                    <a:pt x="3867796" y="1196949"/>
                  </a:lnTo>
                  <a:lnTo>
                    <a:pt x="0" y="11969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0" name="Google Shape;110;p13"/>
            <p:cNvSpPr txBox="1"/>
            <p:nvPr/>
          </p:nvSpPr>
          <p:spPr>
            <a:xfrm>
              <a:off x="2020121" y="1181956"/>
              <a:ext cx="17922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3"/>
                <a:buFont typeface="Arial"/>
                <a:buNone/>
              </a:pPr>
              <a:r>
                <a:rPr b="1" i="0" lang="ar-EG" sz="1563" u="none" cap="none" strike="noStrike">
                  <a:solidFill>
                    <a:srgbClr val="00A2B2"/>
                  </a:solidFill>
                  <a:latin typeface="Tajawal"/>
                  <a:ea typeface="Tajawal"/>
                  <a:cs typeface="Tajawal"/>
                  <a:sym typeface="Tajawal"/>
                </a:rPr>
                <a:t>كلــــــــــيـــــــــــة الــــحـــــــــاســـــــب</a:t>
              </a:r>
              <a:endParaRPr b="0" i="0" sz="2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29051" y="1195865"/>
              <a:ext cx="1726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63"/>
                <a:buFont typeface="Arial"/>
                <a:buNone/>
              </a:pPr>
              <a:r>
                <a:rPr b="1" i="0" lang="ar-EG" sz="1563" u="none" cap="none" strike="noStrike">
                  <a:solidFill>
                    <a:srgbClr val="00A2B2"/>
                  </a:solidFill>
                  <a:latin typeface="Arial"/>
                  <a:ea typeface="Arial"/>
                  <a:cs typeface="Arial"/>
                  <a:sym typeface="Arial"/>
                </a:rPr>
                <a:t>College of Computer</a:t>
              </a:r>
              <a:endParaRPr b="0" i="0" sz="2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3"/>
          <p:cNvSpPr txBox="1"/>
          <p:nvPr/>
        </p:nvSpPr>
        <p:spPr>
          <a:xfrm>
            <a:off x="9491400" y="1689175"/>
            <a:ext cx="225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3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i="0" lang="ar-EG" sz="23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ajawal"/>
                <a:ea typeface="Tajawal"/>
                <a:cs typeface="Tajawal"/>
                <a:sym typeface="Tajawal"/>
              </a:rPr>
              <a:t>الـنـادي</a:t>
            </a:r>
            <a:r>
              <a:rPr lang="ar-EG" sz="2300">
                <a:solidFill>
                  <a:srgbClr val="222222"/>
                </a:solidFill>
                <a:highlight>
                  <a:srgbClr val="FFFFFF"/>
                </a:highlight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i="0" lang="ar-EG" sz="23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ajawal"/>
                <a:ea typeface="Tajawal"/>
                <a:cs typeface="Tajawal"/>
                <a:sym typeface="Tajawal"/>
              </a:rPr>
              <a:t>الـطـلابـي</a:t>
            </a:r>
            <a:endParaRPr i="0" sz="2600" u="none" cap="none" strike="noStrike">
              <a:solidFill>
                <a:schemeClr val="dk1"/>
              </a:solidFill>
              <a:highlight>
                <a:schemeClr val="lt1"/>
              </a:highlight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3649876" y="8402838"/>
            <a:ext cx="2942642" cy="1887163"/>
          </a:xfrm>
          <a:custGeom>
            <a:rect b="b" l="l" r="r" t="t"/>
            <a:pathLst>
              <a:path extrusionOk="0" h="1377491" w="2136219">
                <a:moveTo>
                  <a:pt x="0" y="0"/>
                </a:moveTo>
                <a:lnTo>
                  <a:pt x="2136219" y="0"/>
                </a:lnTo>
                <a:lnTo>
                  <a:pt x="2136219" y="1377491"/>
                </a:lnTo>
                <a:lnTo>
                  <a:pt x="0" y="1377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640" l="-366347" r="-51384" t="-390519"/>
            </a:stretch>
          </a:blipFill>
          <a:ln>
            <a:noFill/>
          </a:ln>
        </p:spPr>
      </p:sp>
      <p:cxnSp>
        <p:nvCxnSpPr>
          <p:cNvPr id="114" name="Google Shape;114;p13"/>
          <p:cNvCxnSpPr/>
          <p:nvPr/>
        </p:nvCxnSpPr>
        <p:spPr>
          <a:xfrm>
            <a:off x="10704697" y="9346420"/>
            <a:ext cx="3317700" cy="0"/>
          </a:xfrm>
          <a:prstGeom prst="straightConnector1">
            <a:avLst/>
          </a:prstGeom>
          <a:noFill/>
          <a:ln cap="flat" cmpd="sng" w="39475">
            <a:solidFill>
              <a:srgbClr val="005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Upscale Image" id="115" name="Google Shape;115;p13"/>
          <p:cNvSpPr/>
          <p:nvPr/>
        </p:nvSpPr>
        <p:spPr>
          <a:xfrm>
            <a:off x="11435921" y="8327571"/>
            <a:ext cx="1852823" cy="1018299"/>
          </a:xfrm>
          <a:custGeom>
            <a:rect b="b" l="l" r="r" t="t"/>
            <a:pathLst>
              <a:path extrusionOk="0" h="722198" w="1045316">
                <a:moveTo>
                  <a:pt x="0" y="0"/>
                </a:moveTo>
                <a:lnTo>
                  <a:pt x="1045316" y="0"/>
                </a:lnTo>
                <a:lnTo>
                  <a:pt x="1045316" y="722198"/>
                </a:lnTo>
                <a:lnTo>
                  <a:pt x="0" y="722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817" l="0" r="0" t="0"/>
            </a:stretch>
          </a:blipFill>
          <a:ln>
            <a:noFill/>
          </a:ln>
        </p:spPr>
      </p:sp>
      <p:sp>
        <p:nvSpPr>
          <p:cNvPr id="116" name="Google Shape;116;p13"/>
          <p:cNvSpPr txBox="1"/>
          <p:nvPr/>
        </p:nvSpPr>
        <p:spPr>
          <a:xfrm>
            <a:off x="10704697" y="9430929"/>
            <a:ext cx="3317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9"/>
              <a:buFont typeface="Arial"/>
              <a:buNone/>
            </a:pPr>
            <a:r>
              <a:rPr b="1" i="0" lang="ar-EG" sz="2279" u="none" cap="none" strike="noStrike">
                <a:solidFill>
                  <a:srgbClr val="4586F2"/>
                </a:solidFill>
                <a:latin typeface="Tajawal"/>
                <a:ea typeface="Tajawal"/>
                <a:cs typeface="Tajawal"/>
                <a:sym typeface="Tajawal"/>
              </a:rPr>
              <a:t>أ.عبدالله بن تركي الشاوي</a:t>
            </a:r>
            <a:endParaRPr b="0" i="0" sz="22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0704697" y="9883162"/>
            <a:ext cx="3317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9"/>
              <a:buFont typeface="Arial"/>
              <a:buNone/>
            </a:pPr>
            <a:r>
              <a:rPr b="1" i="0" lang="ar-EG" sz="2279" u="none" cap="none" strike="noStrike">
                <a:solidFill>
                  <a:srgbClr val="4586F2"/>
                </a:solidFill>
                <a:latin typeface="Tajawal"/>
                <a:ea typeface="Tajawal"/>
                <a:cs typeface="Tajawal"/>
                <a:sym typeface="Tajawal"/>
              </a:rPr>
              <a:t>مشرف النادي الطلابي</a:t>
            </a:r>
            <a:endParaRPr b="0" i="0" sz="22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3"/>
          <p:cNvCxnSpPr/>
          <p:nvPr/>
        </p:nvCxnSpPr>
        <p:spPr>
          <a:xfrm>
            <a:off x="3639152" y="3146658"/>
            <a:ext cx="8499600" cy="9600"/>
          </a:xfrm>
          <a:prstGeom prst="straightConnector1">
            <a:avLst/>
          </a:prstGeom>
          <a:noFill/>
          <a:ln cap="rnd" cmpd="sng" w="390525">
            <a:solidFill>
              <a:srgbClr val="F9AB00">
                <a:alpha val="3647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3"/>
          <p:cNvSpPr txBox="1"/>
          <p:nvPr/>
        </p:nvSpPr>
        <p:spPr>
          <a:xfrm>
            <a:off x="4323450" y="1908658"/>
            <a:ext cx="713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7200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</a:rPr>
              <a:t>شهادة حضور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